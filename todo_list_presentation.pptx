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To-Do List Project (C++)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simple console-based task manager</a:t>
            </a:r>
          </a:p>
          <a:p>
            <a:r>
              <a:t>Add, View, Delete tasks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 To-Do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list of tasks to be completed</a:t>
            </a:r>
          </a:p>
          <a:p>
            <a:r>
              <a:t>Helps organize daily activities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Task</a:t>
            </a:r>
          </a:p>
          <a:p>
            <a:r>
              <a:t>View Tasks</a:t>
            </a:r>
          </a:p>
          <a:p>
            <a:r>
              <a:t>Delete Task</a:t>
            </a:r>
          </a:p>
          <a:p>
            <a:r>
              <a:t>Exit Program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C++</a:t>
            </a:r>
          </a:p>
          <a:p>
            <a:r>
              <a:t>Vectors (STL)</a:t>
            </a:r>
          </a:p>
          <a:p>
            <a:r>
              <a:t>Console Input/Output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Start → Show Menu → User Choice</a:t>
            </a:r>
          </a:p>
          <a:p>
            <a:r>
              <a:t>Perform Action → Repeat until Exit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Tasks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Study C++</a:t>
            </a:r>
          </a:p>
          <a:p>
            <a:r>
              <a:t>2. Practice coding</a:t>
            </a:r>
          </a:p>
          <a:p>
            <a:r>
              <a:t>3. Complete assignment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Improves productivity</a:t>
            </a:r>
          </a:p>
          <a:p>
            <a:r>
              <a:t>Helps track work</a:t>
            </a:r>
          </a:p>
          <a:p>
            <a:r>
              <a:t>Simple and easy to use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file storage</a:t>
            </a:r>
          </a:p>
          <a:p>
            <a:r>
              <a:t>Add deadlines</a:t>
            </a:r>
          </a:p>
          <a:p>
            <a:r>
              <a:t>Build GUI version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